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D320DE-4198-4221-821D-543B47D85063}" v="1" dt="2026-04-28T12:04:26.8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6" y="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ert Jan Bex" userId="b602d378c858ceb4" providerId="LiveId" clId="{F3ED9F1C-8CBC-4187-814C-78BF1965CBEE}"/>
    <pc:docChg chg="custSel modSld">
      <pc:chgData name="Geert Jan Bex" userId="b602d378c858ceb4" providerId="LiveId" clId="{F3ED9F1C-8CBC-4187-814C-78BF1965CBEE}" dt="2026-05-06T06:49:17.982" v="522" actId="20577"/>
      <pc:docMkLst>
        <pc:docMk/>
      </pc:docMkLst>
      <pc:sldChg chg="delSp modSp mod">
        <pc:chgData name="Geert Jan Bex" userId="b602d378c858ceb4" providerId="LiveId" clId="{F3ED9F1C-8CBC-4187-814C-78BF1965CBEE}" dt="2026-05-06T06:49:17.982" v="522" actId="20577"/>
        <pc:sldMkLst>
          <pc:docMk/>
          <pc:sldMk cId="2351393812" sldId="256"/>
        </pc:sldMkLst>
        <pc:spChg chg="mod">
          <ac:chgData name="Geert Jan Bex" userId="b602d378c858ceb4" providerId="LiveId" clId="{F3ED9F1C-8CBC-4187-814C-78BF1965CBEE}" dt="2026-05-06T06:49:17.982" v="522" actId="20577"/>
          <ac:spMkLst>
            <pc:docMk/>
            <pc:sldMk cId="2351393812" sldId="256"/>
            <ac:spMk id="2" creationId="{7FFA7036-6173-4442-B630-210D9706CA6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81E53-21C3-4743-A841-043E9BEE0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D21B1E-EA56-41F4-9DE4-B21633CAE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4A82A-F2C5-43F3-891A-82DDA1043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B399-F7A9-45D1-B27B-105BE80270F6}" type="datetimeFigureOut">
              <a:rPr lang="en-US" smtClean="0"/>
              <a:t>2026-05-06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C345E-EC49-461D-9EDC-0B019F7DF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8910F-D7FE-4C60-820B-88E144281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B2E2-6B26-471E-B77F-13D4CE76B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63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3C46F-0024-4C4D-9408-D743BFD43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C64D4-A5B4-486D-9328-2A8A6B60E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F61F2-B548-4FD0-AF33-8977580F7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B399-F7A9-45D1-B27B-105BE80270F6}" type="datetimeFigureOut">
              <a:rPr lang="en-US" smtClean="0"/>
              <a:t>2026-05-06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498CA-B331-4B30-944F-EE4EC2B62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6F206-4F8C-4A08-A9CB-1B63EEB97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B2E2-6B26-471E-B77F-13D4CE76B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3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F3E92-5373-4EA9-9650-505EF6C3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49C0A-D0D1-49CE-8387-A63224480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D31E3-FA15-4165-B790-8EF00FCE8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B399-F7A9-45D1-B27B-105BE80270F6}" type="datetimeFigureOut">
              <a:rPr lang="en-US" smtClean="0"/>
              <a:t>2026-05-06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CADA2-FF63-42BB-A20D-ED5D61C2F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925D9-2E49-4CD3-8742-E6BB3044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B2E2-6B26-471E-B77F-13D4CE76B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275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2FD96-87CD-4797-890B-3A18BB465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32390-4939-41EC-AE05-94D38F3A09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C487FC-D783-4321-B374-D9F48998D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E76C3-3A5E-4E60-B237-7CFC422F1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B399-F7A9-45D1-B27B-105BE80270F6}" type="datetimeFigureOut">
              <a:rPr lang="en-US" smtClean="0"/>
              <a:t>2026-05-06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7FA0B0-4C08-43A9-9894-B7006B7DE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D23A6-1345-4206-8291-A3987D0CF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B2E2-6B26-471E-B77F-13D4CE76B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452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37C4A-B840-4939-9C56-719E65645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485C1-4676-4C34-AEF0-1AC9D93DC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AE85A2-9ED1-4DBA-8429-914B2D1B2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4C60CD-DC44-432B-9CFD-7BD477F2F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5676F1-6934-4039-8C92-92F38C0CDA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42C765-3B2A-4F6C-A7D0-C84F8E9BB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B399-F7A9-45D1-B27B-105BE80270F6}" type="datetimeFigureOut">
              <a:rPr lang="en-US" smtClean="0"/>
              <a:t>2026-05-06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3DF19B-47E2-423D-8749-52F874DA1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ED1F59-77CB-46B1-985D-A38AEE27C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B2E2-6B26-471E-B77F-13D4CE76B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17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B8ED1-C268-41BE-8FB8-3043621E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C7384B-05B6-406E-BAB4-E3FDC8277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B399-F7A9-45D1-B27B-105BE80270F6}" type="datetimeFigureOut">
              <a:rPr lang="en-US" smtClean="0"/>
              <a:t>2026-05-06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A7E94-62C9-4BED-83F1-7C4CD2084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46BE1-3CEE-4C8A-B24D-8D67BAB81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B2E2-6B26-471E-B77F-13D4CE76B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22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DE104C-A93F-4700-BB4A-10BD81BD1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B399-F7A9-45D1-B27B-105BE80270F6}" type="datetimeFigureOut">
              <a:rPr lang="en-US" smtClean="0"/>
              <a:t>2026-05-06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397196-101C-4D96-B8BE-A3D729E35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C9063-72E6-4EE1-B7CF-68A315826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B2E2-6B26-471E-B77F-13D4CE76B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72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F4A90-3CC2-4D7C-9B43-765A3A23F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0641F-690D-43DF-A6EB-4363895FC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DD95F4-186A-4D60-A468-7085BF9647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CA78A-FB4C-49C3-8462-95FCB966D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B399-F7A9-45D1-B27B-105BE80270F6}" type="datetimeFigureOut">
              <a:rPr lang="en-US" smtClean="0"/>
              <a:t>2026-05-06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3393C-669F-4FF1-AC68-08C813CE9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27131-C553-44A5-AC51-3245804D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B2E2-6B26-471E-B77F-13D4CE76B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689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161AD-C367-4EF5-A199-3D79B56BA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738636-7D0B-4D29-B8E3-9F717775C4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030BB-4CC6-4E49-B2B7-1C7AEE1BD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82E193-7A3B-4452-8FC6-E01B38DB7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B399-F7A9-45D1-B27B-105BE80270F6}" type="datetimeFigureOut">
              <a:rPr lang="en-US" smtClean="0"/>
              <a:t>2026-05-06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872C2-B719-4A31-92CB-7DE91157A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86C01-30D6-48C1-97C3-F7528A3F9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B2E2-6B26-471E-B77F-13D4CE76B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610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8B186-75B5-4319-979E-DED6050E4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A6AE99-E1E6-4F4D-B24E-E3A733524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50782-8706-497D-B952-2FF831D59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B399-F7A9-45D1-B27B-105BE80270F6}" type="datetimeFigureOut">
              <a:rPr lang="en-US" smtClean="0"/>
              <a:t>2026-05-06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FA7B9-30E9-4537-A353-C805936D2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94F65-EBDF-4DA2-BAC5-B7282941B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B2E2-6B26-471E-B77F-13D4CE76B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551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748AA0-4F34-4A0B-AFCF-01B0F6C01E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5E2852-E48F-48CF-8ACF-B9F3E7A9F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AF830-2F25-4055-B783-AB980A51B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B399-F7A9-45D1-B27B-105BE80270F6}" type="datetimeFigureOut">
              <a:rPr lang="en-US" smtClean="0"/>
              <a:t>2026-05-06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D1359-8F22-4AB6-81AA-F9CFF8CAB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3470F-4676-471B-8370-0269B74EE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B2E2-6B26-471E-B77F-13D4CE76B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82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6B7B5C-7EED-4FAF-8014-10AA9DDFD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5D86BF-C0C4-4D60-B974-C32B6607A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39963-1FC8-4BB7-BFE6-A69F58A295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41B399-F7A9-45D1-B27B-105BE80270F6}" type="datetimeFigureOut">
              <a:rPr lang="en-US" smtClean="0"/>
              <a:t>2026-05-06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CC563-BA98-427C-89E3-CA4A69557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C5423-4CA2-41AC-AF93-8C91EE55D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7B2E2-6B26-471E-B77F-13D4CE76B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08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jbex.github.io/Training-sessions/code_of_conduct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A7036-6173-4442-B630-210D9706C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75657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Welcome to</a:t>
            </a:r>
            <a:br>
              <a:rPr lang="en-US" dirty="0"/>
            </a:br>
            <a:r>
              <a:rPr lang="en-US" dirty="0"/>
              <a:t>Heterogeneous programming with </a:t>
            </a:r>
            <a:r>
              <a:rPr lang="en-US" dirty="0" err="1"/>
              <a:t>Kokkos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97D5F5-AD13-485D-85C0-7967B2222F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0896"/>
            <a:ext cx="9144000" cy="107086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We will start at 9h00 CEST</a:t>
            </a:r>
          </a:p>
          <a:p>
            <a:endParaRPr lang="en-US" dirty="0"/>
          </a:p>
          <a:p>
            <a:r>
              <a:rPr lang="en-US" dirty="0"/>
              <a:t>Don't forget to join using your full name if you require a certificate of attendance.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DC76F-7000-E2FC-0150-24AD7C77D3CD}"/>
              </a:ext>
            </a:extLst>
          </p:cNvPr>
          <p:cNvSpPr txBox="1"/>
          <p:nvPr/>
        </p:nvSpPr>
        <p:spPr>
          <a:xfrm>
            <a:off x="1808480" y="5457491"/>
            <a:ext cx="64608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By  participating you agree abide by the code of conduct:</a:t>
            </a:r>
          </a:p>
          <a:p>
            <a:r>
              <a:rPr lang="en-US" sz="2000" dirty="0">
                <a:hlinkClick r:id="rId2"/>
              </a:rPr>
              <a:t>https://gjbex.github.io/Training-sessions/code_of_conduct/</a:t>
            </a:r>
            <a:r>
              <a:rPr lang="en-US" sz="2000" dirty="0"/>
              <a:t> </a:t>
            </a:r>
            <a:endParaRPr lang="LID4096" sz="2000" dirty="0"/>
          </a:p>
        </p:txBody>
      </p:sp>
      <p:pic>
        <p:nvPicPr>
          <p:cNvPr id="7" name="Picture 6" descr="A black text on an orange background&#10;&#10;AI-generated content may be incorrect.">
            <a:extLst>
              <a:ext uri="{FF2B5EF4-FFF2-40B4-BE49-F238E27FC236}">
                <a16:creationId xmlns:a16="http://schemas.microsoft.com/office/drawing/2014/main" id="{E3124D6B-4622-B0CA-F15D-DC4560D200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91" y="511430"/>
            <a:ext cx="3946238" cy="153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393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56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Welcome to Heterogeneous programming with Kokkos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Scientific C++</dc:title>
  <dc:creator>Geert Jan Bex</dc:creator>
  <cp:lastModifiedBy>Geert Jan Bex</cp:lastModifiedBy>
  <cp:revision>8</cp:revision>
  <dcterms:created xsi:type="dcterms:W3CDTF">2022-02-28T07:54:20Z</dcterms:created>
  <dcterms:modified xsi:type="dcterms:W3CDTF">2026-05-06T06:49:23Z</dcterms:modified>
</cp:coreProperties>
</file>